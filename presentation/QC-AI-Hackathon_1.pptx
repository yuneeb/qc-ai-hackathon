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96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the User's World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seconds, the phone samples nearly everything it knows about itself.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2354580"/>
            <a:ext cx="868680" cy="86868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7" name="Image 0" descr="icons/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15" y="256306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4290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84048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Accelerometer, gyroscope,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magnetometer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52344" y="210312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1276" y="235458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12" name="Image 1" descr="icons/thermo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759" y="256306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3784" y="34290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89504" y="384048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Barometer, light,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proximity, humidity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47488" y="210312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46420" y="2354580"/>
            <a:ext cx="868680" cy="86868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17" name="Image 2" descr="icons/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903" y="256306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8928" y="34290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184648" y="384048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position, speed,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altitude, bearing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42632" y="210312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41564" y="235458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22" name="Image 3" descr="icons/batter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047" y="2563063"/>
            <a:ext cx="451714" cy="45171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34290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State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79792" y="384048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screen, DND,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Bluetooth, WiFi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637776" y="2103120"/>
            <a:ext cx="2066544" cy="3566160"/>
          </a:xfrm>
          <a:prstGeom prst="roundRect">
            <a:avLst>
              <a:gd name="adj" fmla="val 3540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36708" y="2354580"/>
            <a:ext cx="868680" cy="86868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27" name="Image 4" descr="icons/walkin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191" y="2563063"/>
            <a:ext cx="451714" cy="45171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29216" y="34290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774936" y="3840480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Inferred: walking, running,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vehicle, still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Sensors to a Live Feed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48840" y="2377440"/>
            <a:ext cx="1828800" cy="0"/>
          </a:xfrm>
          <a:prstGeom prst="line">
            <a:avLst/>
          </a:prstGeom>
          <a:noFill/>
          <a:ln w="25400">
            <a:solidFill>
              <a:srgbClr val="DED2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4370832" y="2304288"/>
            <a:ext cx="164592" cy="146304"/>
          </a:xfrm>
          <a:prstGeom prst="triangle">
            <a:avLst/>
          </a:prstGeom>
          <a:solidFill>
            <a:srgbClr val="DED2C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7" name="Image 0" descr="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206837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4792" y="2587752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every 5 seconds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66360" y="2377440"/>
            <a:ext cx="1828800" cy="0"/>
          </a:xfrm>
          <a:prstGeom prst="line">
            <a:avLst/>
          </a:prstGeom>
          <a:noFill/>
          <a:ln w="25400">
            <a:solidFill>
              <a:srgbClr val="DED2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5400000">
            <a:off x="7388352" y="2304288"/>
            <a:ext cx="164592" cy="146304"/>
          </a:xfrm>
          <a:prstGeom prst="triangle">
            <a:avLst/>
          </a:prstGeom>
          <a:solidFill>
            <a:srgbClr val="DED2CC"/>
          </a:solidFill>
          <a:ln/>
        </p:spPr>
      </p:sp>
      <p:sp>
        <p:nvSpPr>
          <p:cNvPr id="13" name="Shape 10"/>
          <p:cNvSpPr/>
          <p:nvPr/>
        </p:nvSpPr>
        <p:spPr>
          <a:xfrm>
            <a:off x="3977640" y="1783080"/>
            <a:ext cx="1188720" cy="118872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14" name="Image 1" descr="icons/clou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933" y="2068373"/>
            <a:ext cx="618134" cy="6181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82312" y="2587752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6616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JSON payload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83880" y="2377440"/>
            <a:ext cx="1828800" cy="0"/>
          </a:xfrm>
          <a:prstGeom prst="line">
            <a:avLst/>
          </a:prstGeom>
          <a:noFill/>
          <a:ln w="25400">
            <a:solidFill>
              <a:srgbClr val="DED2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 rot="5400000">
            <a:off x="10405872" y="2304288"/>
            <a:ext cx="164592" cy="146304"/>
          </a:xfrm>
          <a:prstGeom prst="triangle">
            <a:avLst/>
          </a:prstGeom>
          <a:solidFill>
            <a:srgbClr val="DED2CC"/>
          </a:solidFill>
          <a:ln/>
        </p:spPr>
      </p:sp>
      <p:sp>
        <p:nvSpPr>
          <p:cNvPr id="20" name="Shape 16"/>
          <p:cNvSpPr/>
          <p:nvPr/>
        </p:nvSpPr>
        <p:spPr>
          <a:xfrm>
            <a:off x="6995160" y="1783080"/>
            <a:ext cx="1188720" cy="118872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21" name="Image 2" descr="icons/satelli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453" y="2068373"/>
            <a:ext cx="618134" cy="6181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99832" y="2587752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836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8368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on-device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0012680" y="1783080"/>
            <a:ext cx="1188720" cy="118872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26" name="Image 3" descr="icons/exchang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7973" y="2068373"/>
            <a:ext cx="618134" cy="61813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817352" y="2587752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60120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60120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pull it in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7200" y="51663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21212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http://&lt;phone-ip&gt;:8080/context
</a:t>
            </a:r>
            <a:r>
              <a:rPr lang="en-US" sz="1300" i="1" dirty="0">
                <a:solidFill>
                  <a:srgbClr val="C9B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background service — persistent notification, survives closing the app.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Sensor 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UNO Q: one board, two processors, wired to real sensors.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822960" cy="82296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7" name="Image 0" descr="icons/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6206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258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· STM32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2651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sketch — reads sensors in real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40880" y="1965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5F1EF"/>
          </a:solidFill>
          <a:ln/>
          <a:effectLst>
            <a:outerShdw blurRad="76200" dist="25400" dir="5400000" algn="bl" rotWithShape="0">
              <a:srgbClr val="3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0" y="2423160"/>
            <a:ext cx="822960" cy="82296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12" name="Image 1" descr="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90" y="26206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58200" y="2258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· Linux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458200" y="2651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 — App Lab orchestrates both sides.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92140" y="2446020"/>
            <a:ext cx="777240" cy="77724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16" name="Image 2" descr="icons/exchan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678" y="26325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(RPC)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on board (I2C / Qwiic)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5262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5F1E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560" y="5006340"/>
            <a:ext cx="731520" cy="73152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21" name="Image 3" descr="icons/thermo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125" y="518190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9377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Modulino Thermo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965960" y="53492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°C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309360" y="45262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5F1EF"/>
          </a:solidFill>
          <a:ln/>
        </p:spPr>
      </p:sp>
      <p:sp>
        <p:nvSpPr>
          <p:cNvPr id="25" name="Shape 19"/>
          <p:cNvSpPr/>
          <p:nvPr/>
        </p:nvSpPr>
        <p:spPr>
          <a:xfrm>
            <a:off x="6903720" y="500634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26" name="Image 4" descr="icons/rul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5" y="518190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18120" y="49377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Modulino Distance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818120" y="534924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Time-of-flight distance, mm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→ RPC → HTTP Feed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48840" y="2377440"/>
            <a:ext cx="1828800" cy="0"/>
          </a:xfrm>
          <a:prstGeom prst="line">
            <a:avLst/>
          </a:prstGeom>
          <a:noFill/>
          <a:ln w="25400">
            <a:solidFill>
              <a:srgbClr val="DED2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4370832" y="2304288"/>
            <a:ext cx="164592" cy="146304"/>
          </a:xfrm>
          <a:prstGeom prst="triangle">
            <a:avLst/>
          </a:prstGeom>
          <a:solidFill>
            <a:srgbClr val="DED2C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7" name="Image 0" descr="icons/thermo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206837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reads Modulino sensors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66360" y="2377440"/>
            <a:ext cx="1828800" cy="0"/>
          </a:xfrm>
          <a:prstGeom prst="line">
            <a:avLst/>
          </a:prstGeom>
          <a:noFill/>
          <a:ln w="25400">
            <a:solidFill>
              <a:srgbClr val="DED2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7388352" y="2304288"/>
            <a:ext cx="164592" cy="146304"/>
          </a:xfrm>
          <a:prstGeom prst="triangle">
            <a:avLst/>
          </a:prstGeom>
          <a:solidFill>
            <a:srgbClr val="DED2CC"/>
          </a:solidFill>
          <a:ln/>
        </p:spPr>
      </p:sp>
      <p:sp>
        <p:nvSpPr>
          <p:cNvPr id="12" name="Shape 9"/>
          <p:cNvSpPr/>
          <p:nvPr/>
        </p:nvSpPr>
        <p:spPr>
          <a:xfrm>
            <a:off x="3977640" y="1783080"/>
            <a:ext cx="1188720" cy="118872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13" name="Image 1" descr="icons/plu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933" y="2068373"/>
            <a:ext cx="618134" cy="6181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6616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Bridge.provide() shares them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83880" y="2377440"/>
            <a:ext cx="1828800" cy="0"/>
          </a:xfrm>
          <a:prstGeom prst="line">
            <a:avLst/>
          </a:prstGeom>
          <a:noFill/>
          <a:ln w="25400">
            <a:solidFill>
              <a:srgbClr val="DED2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rot="5400000">
            <a:off x="10405872" y="2304288"/>
            <a:ext cx="164592" cy="146304"/>
          </a:xfrm>
          <a:prstGeom prst="triangle">
            <a:avLst/>
          </a:prstGeom>
          <a:solidFill>
            <a:srgbClr val="DED2CC"/>
          </a:solidFill>
          <a:ln/>
        </p:spPr>
      </p:sp>
      <p:sp>
        <p:nvSpPr>
          <p:cNvPr id="18" name="Shape 14"/>
          <p:cNvSpPr/>
          <p:nvPr/>
        </p:nvSpPr>
        <p:spPr>
          <a:xfrm>
            <a:off x="6995160" y="1783080"/>
            <a:ext cx="1188720" cy="1188720"/>
          </a:xfrm>
          <a:prstGeom prst="ellipse">
            <a:avLst/>
          </a:prstGeom>
          <a:solidFill>
            <a:srgbClr val="E31937"/>
          </a:solidFill>
          <a:ln/>
        </p:spPr>
      </p:sp>
      <p:pic>
        <p:nvPicPr>
          <p:cNvPr id="19" name="Image 2" descr="icons/exchan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453" y="2068373"/>
            <a:ext cx="618134" cy="6181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8368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calls Bridge.call()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012680" y="1783080"/>
            <a:ext cx="1188720" cy="118872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23" name="Image 3" descr="icons/clou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7973" y="2068373"/>
            <a:ext cx="618134" cy="6181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601200" y="3538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on port 9000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516636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121212"/>
          </a:solidFill>
          <a:ln/>
        </p:spPr>
      </p:sp>
      <p:sp>
        <p:nvSpPr>
          <p:cNvPr id="27" name="Text 21"/>
          <p:cNvSpPr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http://&lt;uno-q-ip&gt;:9000/data
</a:t>
            </a:r>
            <a:r>
              <a:rPr lang="en-US" sz="1300" dirty="0">
                <a:solidFill>
                  <a:srgbClr val="C9B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"temperature": 27.8, "distance": 36, "timestamp": "2026-08-06 14:32:07" 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1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AI Interprets the Readings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+ phone JSON goes in; a short, plain-language summary comes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TELEMETRY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47091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"sensor": {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"temperature": 27.8,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"distance": 36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"phone": {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"activity": "STILL",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"battery": 82,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"location": [32.72, -117.16]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8D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306324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9" name="Image 0" descr="icons/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323880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38679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Qwen3-4B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03720" y="2011680"/>
            <a:ext cx="4526280" cy="2834640"/>
          </a:xfrm>
          <a:prstGeom prst="roundRect">
            <a:avLst>
              <a:gd name="adj" fmla="val 2581"/>
            </a:avLst>
          </a:prstGeom>
          <a:solidFill>
            <a:srgbClr val="F5F1EF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22402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269748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currently stationary, indoors, with room-temperature conditions and nothing within a few centimeters in front of the sensor. Your phone is at 82% battery.”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live reading is unreachable, a labeled sample fallback is used instead — the summary always notes when data may be stale.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MCP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Claude Can Call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sensor streams feed a single MCP tool — Claude calls it whenever a question depends on the real world.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42900" y="2263140"/>
            <a:ext cx="757123" cy="757123"/>
          </a:xfrm>
          <a:prstGeom prst="ellipse">
            <a:avLst/>
          </a:prstGeom>
          <a:solidFill>
            <a:srgbClr val="342020"/>
          </a:solidFill>
          <a:ln/>
        </p:spPr>
      </p:sp>
      <p:pic>
        <p:nvPicPr>
          <p:cNvPr id="6" name="Image 0" descr="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2504999"/>
            <a:ext cx="416418" cy="416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32223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0118" y="3964838"/>
            <a:ext cx="757123" cy="757123"/>
          </a:xfrm>
          <a:prstGeom prst="ellipse">
            <a:avLst/>
          </a:prstGeom>
          <a:solidFill>
            <a:srgbClr val="342020"/>
          </a:solidFill>
          <a:ln/>
        </p:spPr>
      </p:sp>
      <p:pic>
        <p:nvPicPr>
          <p:cNvPr id="9" name="Image 1" descr="icons/chi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9" y="4059479"/>
            <a:ext cx="416418" cy="4164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" y="477682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Q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3000" y="2788920"/>
            <a:ext cx="1764792" cy="777240"/>
          </a:xfrm>
          <a:prstGeom prst="line">
            <a:avLst/>
          </a:prstGeom>
          <a:noFill/>
          <a:ln w="19050">
            <a:solidFill>
              <a:srgbClr val="4A363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43000" y="4343400"/>
            <a:ext cx="1764792" cy="0"/>
          </a:xfrm>
          <a:prstGeom prst="line">
            <a:avLst/>
          </a:prstGeom>
          <a:noFill/>
          <a:ln w="19050">
            <a:solidFill>
              <a:srgbClr val="4A363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394460" y="3566160"/>
            <a:ext cx="1033272" cy="0"/>
          </a:xfrm>
          <a:prstGeom prst="line">
            <a:avLst/>
          </a:prstGeom>
          <a:noFill/>
          <a:ln w="19050">
            <a:solidFill>
              <a:srgbClr val="4A363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5400000">
            <a:off x="2244852" y="3493008"/>
            <a:ext cx="146304" cy="146304"/>
          </a:xfrm>
          <a:prstGeom prst="triangle">
            <a:avLst/>
          </a:prstGeom>
          <a:solidFill>
            <a:srgbClr val="4A3636"/>
          </a:solidFill>
          <a:ln/>
        </p:spPr>
      </p:sp>
      <p:sp>
        <p:nvSpPr>
          <p:cNvPr id="15" name="Shape 11"/>
          <p:cNvSpPr/>
          <p:nvPr/>
        </p:nvSpPr>
        <p:spPr>
          <a:xfrm>
            <a:off x="2427732" y="304038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16" name="Image 2" descr="icons/exchan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0106" y="3292754"/>
            <a:ext cx="546811" cy="5468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39112" y="42291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context_builder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479292" y="3566160"/>
            <a:ext cx="1033272" cy="0"/>
          </a:xfrm>
          <a:prstGeom prst="line">
            <a:avLst/>
          </a:prstGeom>
          <a:noFill/>
          <a:ln w="19050">
            <a:solidFill>
              <a:srgbClr val="4A363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 rot="5400000">
            <a:off x="4329684" y="3493008"/>
            <a:ext cx="146304" cy="146304"/>
          </a:xfrm>
          <a:prstGeom prst="triangle">
            <a:avLst/>
          </a:prstGeom>
          <a:solidFill>
            <a:srgbClr val="4A3636"/>
          </a:solidFill>
          <a:ln/>
        </p:spPr>
      </p:sp>
      <p:sp>
        <p:nvSpPr>
          <p:cNvPr id="20" name="Shape 15"/>
          <p:cNvSpPr/>
          <p:nvPr/>
        </p:nvSpPr>
        <p:spPr>
          <a:xfrm>
            <a:off x="4512564" y="304038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21" name="Image 3" descr="icons/b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938" y="3292754"/>
            <a:ext cx="546811" cy="5468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23944" y="42291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genieX LLM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64124" y="3566160"/>
            <a:ext cx="1033272" cy="0"/>
          </a:xfrm>
          <a:prstGeom prst="line">
            <a:avLst/>
          </a:prstGeom>
          <a:noFill/>
          <a:ln w="19050">
            <a:solidFill>
              <a:srgbClr val="4A363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5400000">
            <a:off x="6414516" y="3493008"/>
            <a:ext cx="146304" cy="146304"/>
          </a:xfrm>
          <a:prstGeom prst="triangle">
            <a:avLst/>
          </a:prstGeom>
          <a:solidFill>
            <a:srgbClr val="4A3636"/>
          </a:solidFill>
          <a:ln/>
        </p:spPr>
      </p:sp>
      <p:sp>
        <p:nvSpPr>
          <p:cNvPr id="25" name="Shape 19"/>
          <p:cNvSpPr/>
          <p:nvPr/>
        </p:nvSpPr>
        <p:spPr>
          <a:xfrm>
            <a:off x="6597396" y="304038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</p:sp>
      <p:pic>
        <p:nvPicPr>
          <p:cNvPr id="26" name="Image 4" descr="icons/plu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9770" y="3292754"/>
            <a:ext cx="546811" cy="5468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08776" y="42291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648956" y="3566160"/>
            <a:ext cx="1033272" cy="0"/>
          </a:xfrm>
          <a:prstGeom prst="line">
            <a:avLst/>
          </a:prstGeom>
          <a:noFill/>
          <a:ln w="19050">
            <a:solidFill>
              <a:srgbClr val="4A363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 rot="5400000">
            <a:off x="8499348" y="3493008"/>
            <a:ext cx="146304" cy="146304"/>
          </a:xfrm>
          <a:prstGeom prst="triangle">
            <a:avLst/>
          </a:prstGeom>
          <a:solidFill>
            <a:srgbClr val="4A3636"/>
          </a:solidFill>
          <a:ln/>
        </p:spPr>
      </p:sp>
      <p:sp>
        <p:nvSpPr>
          <p:cNvPr id="30" name="Shape 23"/>
          <p:cNvSpPr/>
          <p:nvPr/>
        </p:nvSpPr>
        <p:spPr>
          <a:xfrm>
            <a:off x="8682228" y="3040380"/>
            <a:ext cx="1051560" cy="10515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5" descr="icons/robot_1A1A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602" y="3292754"/>
            <a:ext cx="546811" cy="54681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93608" y="42291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457200" y="594360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342020"/>
          </a:solidFill>
          <a:ln/>
        </p:spPr>
      </p:sp>
      <p:sp>
        <p:nvSpPr>
          <p:cNvPr id="34" name="Text 26"/>
          <p:cNvSpPr/>
          <p:nvPr/>
        </p:nvSpPr>
        <p:spPr>
          <a:xfrm>
            <a:off x="731520" y="59436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get_physical_context()</a:t>
            </a:r>
            <a:r>
              <a:rPr lang="en-US" sz="125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called before answering any question that depends on the user's real-world situation.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451</Words>
  <Application>Microsoft Macintosh PowerPoint</Application>
  <PresentationFormat>Widescreen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Ahlad Challa</cp:lastModifiedBy>
  <cp:revision>2</cp:revision>
  <dcterms:created xsi:type="dcterms:W3CDTF">2026-08-07T04:43:23Z</dcterms:created>
  <dcterms:modified xsi:type="dcterms:W3CDTF">2026-08-07T05:14:52Z</dcterms:modified>
</cp:coreProperties>
</file>